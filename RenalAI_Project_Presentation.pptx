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8"/>
    <p:sldId id="263" r:id="rId7"/>
    <p:sldId id="264" r:id="rId6"/>
  </p:sldIdLst>
  <p:sldSz cx="18288000" cy="10287000"/>
  <p:notesSz cx="6858000" cy="9144000"/>
  <p:embeddedFontLst>
    <p:embeddedFont>
      <p:font typeface="Poppins" charset="1" panose="00000500000000000000"/>
      <p:regular r:id="rId15"/>
    </p:embeddedFont>
    <p:embeddedFont>
      <p:font typeface="Poppins Light" charset="1" panose="00000400000000000000"/>
      <p:regular r:id="rId16"/>
    </p:embeddedFont>
    <p:embeddedFont>
      <p:font typeface="Poppins Medium" charset="1" panose="000006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RenalAI: Automated Kidney Disease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Medical Imaging Techniques</a:t>
            </a:r>
          </a:p>
          <a:p/>
          <a:p>
            <a:r>
              <a:t>Artificial Intelligence and Data Science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Introduction</a:t>
            </a:r>
          </a:p>
          <a:p>
            <a:r>
              <a:t>Project Objectives</a:t>
            </a:r>
          </a:p>
          <a:p>
            <a:r>
              <a:t>Literature Survey</a:t>
            </a:r>
          </a:p>
          <a:p>
            <a:r>
              <a:t>System Architecture</a:t>
            </a:r>
          </a:p>
          <a:p>
            <a:r>
              <a:t>Methodology &amp; Implementation</a:t>
            </a:r>
          </a:p>
          <a:p>
            <a:r>
              <a:t>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Kidney diseases (cysts, tumors, stones) require early and accurate diagnosis.</a:t>
            </a:r>
          </a:p>
          <a:p>
            <a:r>
              <a:t>Traditional diagnostic methods rely heavily on manual interpretation of CT, MRI, and ultrasound imaging.</a:t>
            </a:r>
          </a:p>
          <a:p>
            <a:r>
              <a:t>Manual diagnosis is time-consuming and prone to human error.</a:t>
            </a:r>
          </a:p>
          <a:p>
            <a:r>
              <a:t>Proposed Solution: An automated kidney disease detection system using Image Processing and Deep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Classify kidney images into 4 categories: Normal, Cyst, Stone, and Tumor.</a:t>
            </a:r>
          </a:p>
          <a:p>
            <a:r>
              <a:t>Utilize Convolutional Neural Networks (CNN) for automatic feature extraction and classification.</a:t>
            </a:r>
          </a:p>
          <a:p>
            <a:r>
              <a:t>Implement techniques like Data Augmentation and SMOTE to handle imbalanced datasets.</a:t>
            </a:r>
          </a:p>
          <a:p>
            <a:r>
              <a:t>Develop a real-time Flask-based web application for easy diagnosis by healthcare professionals.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Existing Systems: Depend on manual analysis; lower accuracy with complex imaging; struggles with imbalanced medical data.</a:t>
            </a:r>
          </a:p>
          <a:p>
            <a:r>
              <a:t>Proposed System: Utilizes deep learning to reduce diagnostic time.</a:t>
            </a:r>
          </a:p>
          <a:p>
            <a:r>
              <a:t>Addresses existing gaps by introducing SMOTE for data balancing and Transfer Learning for higher accuracy and robustness.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Data Collection: Medical images (CT Scans).</a:t>
            </a:r>
          </a:p>
          <a:p>
            <a:r>
              <a:t>2. Preprocessing: Resizing, normalization, and noise reduction.</a:t>
            </a:r>
          </a:p>
          <a:p>
            <a:r>
              <a:t>3. Model Training: CNN automatically extracts relevant features and learns complex patterns.</a:t>
            </a:r>
          </a:p>
          <a:p>
            <a:r>
              <a:t>4. Evaluation: Tested for accuracy, precision, and efficiency.</a:t>
            </a:r>
          </a:p>
          <a:p>
            <a:r>
              <a:t>5. Deployment: Integrated with user-friendly web interface.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Feature Extraction: CNN deeply layered to parse image textures and find abnormalities.</a:t>
            </a:r>
          </a:p>
          <a:p>
            <a:r>
              <a:t>Data Enhancement: Augmentation &amp; SMOTE ensures the model doesn't overfit to common cases (e.g., normal).</a:t>
            </a:r>
          </a:p>
          <a:p>
            <a:r>
              <a:t>Application: Built using Python and Flask framework.</a:t>
            </a:r>
          </a:p>
          <a:p>
            <a:r>
              <a:t>Outcome: Real-time prediction and diagnostic feedback on the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Conclusion: Demonstrated that deep learning provides efficient, reliable, and scalable diagnostic solutions.</a:t>
            </a:r>
          </a:p>
          <a:p>
            <a:r>
              <a:t>Significantly reduces manual errors and assists doctors.</a:t>
            </a:r>
          </a:p>
          <a:p>
            <a:r>
              <a:t>Future Scope: Integration into full EHR (Electronic Health Record) systems.</a:t>
            </a:r>
          </a:p>
          <a:p>
            <a:r>
              <a:t>Expansion to more disease categories and deploying mobile-based analysis apps.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DAHG_2D9TZc</dc:identifier>
  <dcterms:modified xsi:type="dcterms:W3CDTF">2011-08-01T06:04:30Z</dcterms:modified>
  <cp:revision>1</cp:revision>
  <dc:title>Copy of Purple Blue and Orange Cute Simple Illustrative Doodles Math Lesson Creative Presentation</dc:title>
</cp:coreProperties>
</file>